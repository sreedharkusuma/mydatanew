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6" r:id="rId3"/>
    <p:sldId id="259" r:id="rId4"/>
    <p:sldId id="260" r:id="rId5"/>
    <p:sldId id="258" r:id="rId6"/>
  </p:sldIdLst>
  <p:sldSz cx="12193588" cy="12193588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384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7D7"/>
    <a:srgbClr val="F8CFBE"/>
    <a:srgbClr val="FD0261"/>
    <a:srgbClr val="03B3FF"/>
    <a:srgbClr val="C7E6A4"/>
    <a:srgbClr val="F6C1AC"/>
    <a:srgbClr val="F095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52" d="100"/>
          <a:sy n="52" d="100"/>
        </p:scale>
        <p:origin x="282" y="66"/>
      </p:cViewPr>
      <p:guideLst>
        <p:guide orient="horz" pos="384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519" y="1995572"/>
            <a:ext cx="10364550" cy="4245175"/>
          </a:xfrm>
        </p:spPr>
        <p:txBody>
          <a:bodyPr anchor="b"/>
          <a:lstStyle>
            <a:lvl1pPr algn="ctr">
              <a:defRPr sz="800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199" y="6404457"/>
            <a:ext cx="9145191" cy="2943960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676" indent="0" algn="ctr">
              <a:buNone/>
              <a:defRPr sz="2667"/>
            </a:lvl2pPr>
            <a:lvl3pPr marL="1219352" indent="0" algn="ctr">
              <a:buNone/>
              <a:defRPr sz="2400"/>
            </a:lvl3pPr>
            <a:lvl4pPr marL="1829029" indent="0" algn="ctr">
              <a:buNone/>
              <a:defRPr sz="2134"/>
            </a:lvl4pPr>
            <a:lvl5pPr marL="2438705" indent="0" algn="ctr">
              <a:buNone/>
              <a:defRPr sz="2134"/>
            </a:lvl5pPr>
            <a:lvl6pPr marL="3048381" indent="0" algn="ctr">
              <a:buNone/>
              <a:defRPr sz="2134"/>
            </a:lvl6pPr>
            <a:lvl7pPr marL="3658057" indent="0" algn="ctr">
              <a:buNone/>
              <a:defRPr sz="2134"/>
            </a:lvl7pPr>
            <a:lvl8pPr marL="4267733" indent="0" algn="ctr">
              <a:buNone/>
              <a:defRPr sz="2134"/>
            </a:lvl8pPr>
            <a:lvl9pPr marL="4877410" indent="0" algn="ctr">
              <a:buNone/>
              <a:defRPr sz="2134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C319D0-2C3D-4FD1-BFFB-A9CBA43027E5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6BD56E-3E12-48ED-B7F1-23C72E2DA26A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2382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03EF62-0A01-4E9E-8D19-F215BAA54764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1F5DDB-BB66-404F-B491-BA37F382D18C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491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959" y="3039933"/>
            <a:ext cx="10516970" cy="5072193"/>
          </a:xfrm>
        </p:spPr>
        <p:txBody>
          <a:bodyPr anchor="b"/>
          <a:lstStyle>
            <a:lvl1pPr>
              <a:defRPr sz="800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959" y="8160111"/>
            <a:ext cx="10516970" cy="2667346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609676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352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9029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4pPr>
            <a:lvl5pPr marL="2438705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5pPr>
            <a:lvl6pPr marL="3048381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6pPr>
            <a:lvl7pPr marL="3658057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7pPr>
            <a:lvl8pPr marL="4267733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8pPr>
            <a:lvl9pPr marL="4877410" indent="0">
              <a:buNone/>
              <a:defRPr sz="213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892DB5-B38A-4DE0-8414-5246C5EE96B6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D08756E-F8B2-47A2-B4A6-81214BE069AF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1945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309" y="3245978"/>
            <a:ext cx="5182275" cy="77367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004" y="3245978"/>
            <a:ext cx="5182275" cy="773672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AE982-869A-47C7-88DD-AFB111A17D2C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770642-886A-44E2-86D1-1CEB1A981BF8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2301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649199"/>
            <a:ext cx="10516970" cy="23568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899" y="2989124"/>
            <a:ext cx="5158458" cy="14649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899" y="4454047"/>
            <a:ext cx="5158458" cy="655123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3005" y="2989124"/>
            <a:ext cx="5183863" cy="146492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76" indent="0">
              <a:buNone/>
              <a:defRPr sz="2667" b="1"/>
            </a:lvl2pPr>
            <a:lvl3pPr marL="1219352" indent="0">
              <a:buNone/>
              <a:defRPr sz="2400" b="1"/>
            </a:lvl3pPr>
            <a:lvl4pPr marL="1829029" indent="0">
              <a:buNone/>
              <a:defRPr sz="2134" b="1"/>
            </a:lvl4pPr>
            <a:lvl5pPr marL="2438705" indent="0">
              <a:buNone/>
              <a:defRPr sz="2134" b="1"/>
            </a:lvl5pPr>
            <a:lvl6pPr marL="3048381" indent="0">
              <a:buNone/>
              <a:defRPr sz="2134" b="1"/>
            </a:lvl6pPr>
            <a:lvl7pPr marL="3658057" indent="0">
              <a:buNone/>
              <a:defRPr sz="2134" b="1"/>
            </a:lvl7pPr>
            <a:lvl8pPr marL="4267733" indent="0">
              <a:buNone/>
              <a:defRPr sz="2134" b="1"/>
            </a:lvl8pPr>
            <a:lvl9pPr marL="4877410" indent="0">
              <a:buNone/>
              <a:defRPr sz="2134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3005" y="4454047"/>
            <a:ext cx="5183863" cy="655123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4EC079-997E-4718-AE11-2B83283886A9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1523DE-4372-44DD-9D0E-FB816EB3E6E2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426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B28152-DC1B-401E-B6A5-00DDC282E5DF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3D81C8-7296-4760-B8C5-550F469B6D20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1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48F454-B0F5-4636-B449-4B67D70FAB5A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170C9A-80C6-4DDA-8A78-6A8834AF1884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65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812906"/>
            <a:ext cx="3932750" cy="28451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863" y="1755653"/>
            <a:ext cx="6173004" cy="8665351"/>
          </a:xfrm>
        </p:spPr>
        <p:txBody>
          <a:bodyPr/>
          <a:lstStyle>
            <a:lvl1pPr>
              <a:defRPr sz="4267"/>
            </a:lvl1pPr>
            <a:lvl2pPr>
              <a:defRPr sz="3734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3658076"/>
            <a:ext cx="3932750" cy="6777039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FBE42F-6772-4B11-B31F-42D2662FB1E1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EFF262-C6DC-4F07-B050-EA9DFE02053D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6726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897" y="812906"/>
            <a:ext cx="3932750" cy="28451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863" y="1755653"/>
            <a:ext cx="6173004" cy="8665351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676" indent="0">
              <a:buNone/>
              <a:defRPr sz="3734"/>
            </a:lvl2pPr>
            <a:lvl3pPr marL="1219352" indent="0">
              <a:buNone/>
              <a:defRPr sz="3200"/>
            </a:lvl3pPr>
            <a:lvl4pPr marL="1829029" indent="0">
              <a:buNone/>
              <a:defRPr sz="2667"/>
            </a:lvl4pPr>
            <a:lvl5pPr marL="2438705" indent="0">
              <a:buNone/>
              <a:defRPr sz="2667"/>
            </a:lvl5pPr>
            <a:lvl6pPr marL="3048381" indent="0">
              <a:buNone/>
              <a:defRPr sz="2667"/>
            </a:lvl6pPr>
            <a:lvl7pPr marL="3658057" indent="0">
              <a:buNone/>
              <a:defRPr sz="2667"/>
            </a:lvl7pPr>
            <a:lvl8pPr marL="4267733" indent="0">
              <a:buNone/>
              <a:defRPr sz="2667"/>
            </a:lvl8pPr>
            <a:lvl9pPr marL="4877410" indent="0">
              <a:buNone/>
              <a:defRPr sz="2667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897" y="3658076"/>
            <a:ext cx="3932750" cy="6777039"/>
          </a:xfrm>
        </p:spPr>
        <p:txBody>
          <a:bodyPr/>
          <a:lstStyle>
            <a:lvl1pPr marL="0" indent="0">
              <a:buNone/>
              <a:defRPr sz="2134"/>
            </a:lvl1pPr>
            <a:lvl2pPr marL="609676" indent="0">
              <a:buNone/>
              <a:defRPr sz="1867"/>
            </a:lvl2pPr>
            <a:lvl3pPr marL="1219352" indent="0">
              <a:buNone/>
              <a:defRPr sz="1600"/>
            </a:lvl3pPr>
            <a:lvl4pPr marL="1829029" indent="0">
              <a:buNone/>
              <a:defRPr sz="1334"/>
            </a:lvl4pPr>
            <a:lvl5pPr marL="2438705" indent="0">
              <a:buNone/>
              <a:defRPr sz="1334"/>
            </a:lvl5pPr>
            <a:lvl6pPr marL="3048381" indent="0">
              <a:buNone/>
              <a:defRPr sz="1334"/>
            </a:lvl6pPr>
            <a:lvl7pPr marL="3658057" indent="0">
              <a:buNone/>
              <a:defRPr sz="1334"/>
            </a:lvl7pPr>
            <a:lvl8pPr marL="4267733" indent="0">
              <a:buNone/>
              <a:defRPr sz="1334"/>
            </a:lvl8pPr>
            <a:lvl9pPr marL="4877410" indent="0">
              <a:buNone/>
              <a:defRPr sz="1334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9994D3-51A9-4B08-B0CE-7665BE07A3E3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8202D7-60F3-4DDE-BF8F-D1CFF59F1F32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5087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37039F-12D0-4A79-A6A8-C73FCBE427FD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E2FF334-7E65-4315-9968-F20CB62DE56B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7225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6037" y="649196"/>
            <a:ext cx="2629242" cy="1033350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310" y="649196"/>
            <a:ext cx="7735307" cy="1033350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CAF87C-ACA8-47A4-9305-4416607FC016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3BFCFFF-0FF1-4B40-955F-44F7C10C8E7F}" type="slidenum">
              <a:rPr lang="en-IN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136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649288"/>
            <a:ext cx="10517188" cy="235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3246438"/>
            <a:ext cx="10517188" cy="773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1301413"/>
            <a:ext cx="2743200" cy="649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9D6200B5-B863-4CD9-ADB9-63738EB396DE}" type="datetimeFigureOut">
              <a:rPr lang="en-IN"/>
              <a:pPr>
                <a:defRPr/>
              </a:pPr>
              <a:t>21-12-2020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1301413"/>
            <a:ext cx="4116388" cy="649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2188" y="11301413"/>
            <a:ext cx="2743200" cy="649287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6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4DB9AC97-C67D-4ED2-BBB6-E7EE52848CF1}" type="slidenum">
              <a:rPr lang="en-IN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2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2192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2pPr>
      <a:lvl3pPr algn="l" defTabSz="12192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3pPr>
      <a:lvl4pPr algn="l" defTabSz="12192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4pPr>
      <a:lvl5pPr algn="l" defTabSz="12192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5pPr>
      <a:lvl6pPr marL="457200" algn="l" defTabSz="1219200" rtl="0" fontAlgn="base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6pPr>
      <a:lvl7pPr marL="914400" algn="l" defTabSz="1219200" rtl="0" fontAlgn="base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7pPr>
      <a:lvl8pPr marL="1371600" algn="l" defTabSz="1219200" rtl="0" fontAlgn="base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8pPr>
      <a:lvl9pPr marL="1828800" algn="l" defTabSz="1219200" rtl="0" fontAlgn="base">
        <a:lnSpc>
          <a:spcPct val="90000"/>
        </a:lnSpc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304800" indent="-304800" algn="l" defTabSz="1219200" rtl="0" eaLnBrk="0" fontAlgn="base" hangingPunct="0">
        <a:lnSpc>
          <a:spcPct val="90000"/>
        </a:lnSpc>
        <a:spcBef>
          <a:spcPts val="1338"/>
        </a:spcBef>
        <a:spcAft>
          <a:spcPct val="0"/>
        </a:spcAft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0" fontAlgn="base" hangingPunct="0">
        <a:lnSpc>
          <a:spcPct val="90000"/>
        </a:lnSpc>
        <a:spcBef>
          <a:spcPts val="663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0" fontAlgn="base" hangingPunct="0">
        <a:lnSpc>
          <a:spcPct val="90000"/>
        </a:lnSpc>
        <a:spcBef>
          <a:spcPts val="663"/>
        </a:spcBef>
        <a:spcAft>
          <a:spcPct val="0"/>
        </a:spcAft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0" fontAlgn="base" hangingPunct="0">
        <a:lnSpc>
          <a:spcPct val="90000"/>
        </a:lnSpc>
        <a:spcBef>
          <a:spcPts val="663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0" fontAlgn="base" hangingPunct="0">
        <a:lnSpc>
          <a:spcPct val="90000"/>
        </a:lnSpc>
        <a:spcBef>
          <a:spcPts val="663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3219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895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572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2248" indent="-304838" algn="l" defTabSz="1219352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76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352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029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705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381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057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733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7410" algn="l" defTabSz="1219352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9528175" y="1412875"/>
            <a:ext cx="257333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MarkPro-Medium" panose="020B0604020101010102" pitchFamily="34" charset="0"/>
                <a:cs typeface="+mn-cs"/>
              </a:rPr>
              <a:t>DATE 10-10-2020</a:t>
            </a:r>
            <a:endParaRPr lang="en-IN" sz="2000" dirty="0">
              <a:solidFill>
                <a:schemeClr val="bg1">
                  <a:lumMod val="85000"/>
                </a:schemeClr>
              </a:solidFill>
              <a:latin typeface="MarkPro-Medium" panose="020B0604020101010102" pitchFamily="34" charset="0"/>
              <a:cs typeface="+mn-cs"/>
            </a:endParaRPr>
          </a:p>
        </p:txBody>
      </p:sp>
      <p:grpSp>
        <p:nvGrpSpPr>
          <p:cNvPr id="20" name="Group 2"/>
          <p:cNvGrpSpPr>
            <a:grpSpLocks/>
          </p:cNvGrpSpPr>
          <p:nvPr/>
        </p:nvGrpSpPr>
        <p:grpSpPr bwMode="auto">
          <a:xfrm>
            <a:off x="0" y="0"/>
            <a:ext cx="12193588" cy="12193588"/>
            <a:chOff x="0" y="0"/>
            <a:chExt cx="12193588" cy="12193588"/>
          </a:xfrm>
        </p:grpSpPr>
        <p:pic>
          <p:nvPicPr>
            <p:cNvPr id="21" name="Picture 10" descr="01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3588" cy="12193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" t="11429" r="121" b="8952"/>
            <a:stretch>
              <a:fillRect/>
            </a:stretch>
          </p:blipFill>
          <p:spPr bwMode="auto">
            <a:xfrm>
              <a:off x="13953" y="2107063"/>
              <a:ext cx="12179635" cy="7381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3" name="Rectangle 22"/>
          <p:cNvSpPr/>
          <p:nvPr/>
        </p:nvSpPr>
        <p:spPr>
          <a:xfrm>
            <a:off x="633547" y="9244694"/>
            <a:ext cx="3122613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 smtClean="0">
                <a:ln w="0"/>
                <a:latin typeface="MarkPro-Medium" panose="020B0604020101010102" pitchFamily="34" charset="0"/>
              </a:rPr>
              <a:t>Q0 0000</a:t>
            </a:r>
            <a:endParaRPr lang="en-US" sz="2400" dirty="0">
              <a:ln w="0"/>
              <a:latin typeface="MarkPro-Medium" panose="020B0604020101010102" pitchFamily="34" charset="0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263104" y="1664619"/>
            <a:ext cx="35457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2800" dirty="0">
                <a:ln w="0"/>
                <a:latin typeface="MarkPro-Medium" panose="020B0604020101010102" pitchFamily="34" charset="0"/>
                <a:cs typeface="+mn-cs"/>
              </a:rPr>
              <a:t>Date </a:t>
            </a:r>
            <a:r>
              <a:rPr lang="en-US" sz="2800" dirty="0" smtClean="0">
                <a:ln w="0"/>
                <a:latin typeface="MarkPro-Medium" panose="020B0604020101010102" pitchFamily="34" charset="0"/>
                <a:cs typeface="+mn-cs"/>
              </a:rPr>
              <a:t>-00/00/0000</a:t>
            </a:r>
            <a:endParaRPr lang="en-US" sz="2800" dirty="0">
              <a:ln w="0"/>
              <a:latin typeface="MarkPro-Medium" panose="020B0604020101010102" pitchFamily="34" charset="0"/>
            </a:endParaRPr>
          </a:p>
        </p:txBody>
      </p:sp>
      <p:grpSp>
        <p:nvGrpSpPr>
          <p:cNvPr id="25" name="Group 51"/>
          <p:cNvGrpSpPr>
            <a:grpSpLocks/>
          </p:cNvGrpSpPr>
          <p:nvPr/>
        </p:nvGrpSpPr>
        <p:grpSpPr bwMode="auto">
          <a:xfrm>
            <a:off x="594837" y="9793685"/>
            <a:ext cx="2660631" cy="860942"/>
            <a:chOff x="816887" y="9747324"/>
            <a:chExt cx="3423374" cy="832317"/>
          </a:xfrm>
        </p:grpSpPr>
        <p:pic>
          <p:nvPicPr>
            <p:cNvPr id="26" name="Picture 10" descr="Forward icon in overlapping style logo Royalty Free Vector"/>
            <p:cNvPicPr>
              <a:picLocks noChangeAspect="1" noChangeArrowheads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51" t="34193" r="31149" b="41786"/>
            <a:stretch>
              <a:fillRect/>
            </a:stretch>
          </p:blipFill>
          <p:spPr bwMode="auto">
            <a:xfrm>
              <a:off x="816887" y="9769869"/>
              <a:ext cx="1154159" cy="809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Rectangle 26"/>
            <p:cNvSpPr/>
            <p:nvPr/>
          </p:nvSpPr>
          <p:spPr>
            <a:xfrm>
              <a:off x="1971046" y="9747324"/>
              <a:ext cx="2269215" cy="80336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400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latin typeface="MarkPro-Medium" panose="020B0604020101010102" pitchFamily="34" charset="0"/>
                  <a:cs typeface="+mn-cs"/>
                </a:rPr>
                <a:t>RESULT</a:t>
              </a:r>
            </a:p>
            <a:p>
              <a:pPr>
                <a:defRPr/>
              </a:pPr>
              <a:r>
                <a:rPr lang="en-US" sz="2400" dirty="0">
                  <a:ln w="0"/>
                  <a:solidFill>
                    <a:schemeClr val="tx1">
                      <a:lumMod val="75000"/>
                      <a:lumOff val="25000"/>
                    </a:schemeClr>
                  </a:solidFill>
                  <a:latin typeface="MarkPro-Medium" panose="020B0604020101010102" pitchFamily="34" charset="0"/>
                  <a:cs typeface="+mn-cs"/>
                </a:rPr>
                <a:t>SCANNER</a:t>
              </a:r>
              <a:endParaRPr lang="en-US" sz="2400" dirty="0">
                <a:ln w="0"/>
                <a:solidFill>
                  <a:schemeClr val="tx1">
                    <a:lumMod val="75000"/>
                    <a:lumOff val="25000"/>
                  </a:schemeClr>
                </a:solidFill>
                <a:latin typeface="MarkPro-Medium" panose="020B0604020101010102" pitchFamily="34" charset="0"/>
              </a:endParaRPr>
            </a:p>
          </p:txBody>
        </p:sp>
      </p:grpSp>
      <p:sp>
        <p:nvSpPr>
          <p:cNvPr id="28" name="Rectangle 27"/>
          <p:cNvSpPr/>
          <p:nvPr/>
        </p:nvSpPr>
        <p:spPr>
          <a:xfrm>
            <a:off x="2388852" y="9176036"/>
            <a:ext cx="93539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4000" i="1" u="sng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MarkPro-Medium" panose="020B0604020101010102" pitchFamily="34" charset="0"/>
                <a:cs typeface="+mn-cs"/>
              </a:rPr>
              <a:t>CompName</a:t>
            </a:r>
            <a:endParaRPr lang="en-US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MarkPro-Medium" panose="020B0604020101010102" pitchFamily="34" charset="0"/>
            </a:endParaRPr>
          </a:p>
        </p:txBody>
      </p:sp>
      <p:sp>
        <p:nvSpPr>
          <p:cNvPr id="31" name="Rounded Rectangle 30"/>
          <p:cNvSpPr/>
          <p:nvPr/>
        </p:nvSpPr>
        <p:spPr bwMode="auto">
          <a:xfrm>
            <a:off x="8263104" y="10116551"/>
            <a:ext cx="3455654" cy="1000625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14"/>
          <p:cNvGrpSpPr>
            <a:grpSpLocks/>
          </p:cNvGrpSpPr>
          <p:nvPr/>
        </p:nvGrpSpPr>
        <p:grpSpPr bwMode="auto">
          <a:xfrm>
            <a:off x="0" y="0"/>
            <a:ext cx="12193588" cy="12193588"/>
            <a:chOff x="0" y="0"/>
            <a:chExt cx="12193588" cy="12193588"/>
          </a:xfrm>
        </p:grpSpPr>
        <p:pic>
          <p:nvPicPr>
            <p:cNvPr id="3127" name="Picture 10" descr="01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3588" cy="12193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128" name="TextBox 13"/>
            <p:cNvSpPr txBox="1">
              <a:spLocks noChangeArrowheads="1"/>
            </p:cNvSpPr>
            <p:nvPr/>
          </p:nvSpPr>
          <p:spPr bwMode="auto">
            <a:xfrm>
              <a:off x="174625" y="187089"/>
              <a:ext cx="2552117" cy="13251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endParaRPr lang="en-US"/>
            </a:p>
          </p:txBody>
        </p:sp>
      </p:grpSp>
      <p:sp>
        <p:nvSpPr>
          <p:cNvPr id="3075" name="TextBox 15"/>
          <p:cNvSpPr txBox="1">
            <a:spLocks noChangeArrowheads="1"/>
          </p:cNvSpPr>
          <p:nvPr/>
        </p:nvSpPr>
        <p:spPr bwMode="auto">
          <a:xfrm>
            <a:off x="174625" y="11823700"/>
            <a:ext cx="104013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>
                <a:latin typeface="Calibri" panose="020F0502020204030204" pitchFamily="34" charset="0"/>
              </a:rPr>
              <a:t>…..</a:t>
            </a:r>
          </a:p>
        </p:txBody>
      </p:sp>
      <p:sp>
        <p:nvSpPr>
          <p:cNvPr id="3076" name="AutoShape 4" descr="Free Wave Icon Png Png Transparent Images - PikPng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>
              <a:latin typeface="Calibri" panose="020F0502020204030204" pitchFamily="34" charset="0"/>
            </a:endParaRPr>
          </a:p>
        </p:txBody>
      </p:sp>
      <p:pic>
        <p:nvPicPr>
          <p:cNvPr id="3077" name="Picture 4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9631" y="7255294"/>
            <a:ext cx="1397000" cy="754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078" name="Group 7"/>
          <p:cNvGrpSpPr>
            <a:grpSpLocks/>
          </p:cNvGrpSpPr>
          <p:nvPr/>
        </p:nvGrpSpPr>
        <p:grpSpPr bwMode="auto">
          <a:xfrm>
            <a:off x="1546225" y="2479675"/>
            <a:ext cx="9101138" cy="7654925"/>
            <a:chOff x="623351" y="2787650"/>
            <a:chExt cx="10760612" cy="8759825"/>
          </a:xfrm>
        </p:grpSpPr>
        <p:sp>
          <p:nvSpPr>
            <p:cNvPr id="11" name="Rectangle 10"/>
            <p:cNvSpPr/>
            <p:nvPr/>
          </p:nvSpPr>
          <p:spPr bwMode="auto">
            <a:xfrm>
              <a:off x="1143269" y="4951266"/>
              <a:ext cx="2640882" cy="3633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Rectangle 11"/>
            <p:cNvSpPr/>
            <p:nvPr/>
          </p:nvSpPr>
          <p:spPr bwMode="auto">
            <a:xfrm>
              <a:off x="8412735" y="4882233"/>
              <a:ext cx="2468203" cy="3615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Rectangle 12"/>
            <p:cNvSpPr/>
            <p:nvPr/>
          </p:nvSpPr>
          <p:spPr bwMode="auto">
            <a:xfrm>
              <a:off x="4748909" y="4913116"/>
              <a:ext cx="2569559" cy="3633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111" name="TextBox 1"/>
            <p:cNvSpPr txBox="1">
              <a:spLocks noChangeArrowheads="1"/>
            </p:cNvSpPr>
            <p:nvPr/>
          </p:nvSpPr>
          <p:spPr bwMode="auto">
            <a:xfrm>
              <a:off x="1101725" y="4926799"/>
              <a:ext cx="2641601" cy="4375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MarkPro" panose="020B0504020101010102" pitchFamily="34" charset="0"/>
                </a:rPr>
                <a:t>Revenue Growth</a:t>
              </a:r>
            </a:p>
          </p:txBody>
        </p:sp>
        <p:sp>
          <p:nvSpPr>
            <p:cNvPr id="3112" name="TextBox 7"/>
            <p:cNvSpPr txBox="1">
              <a:spLocks noChangeArrowheads="1"/>
            </p:cNvSpPr>
            <p:nvPr/>
          </p:nvSpPr>
          <p:spPr bwMode="auto">
            <a:xfrm>
              <a:off x="4668705" y="4912561"/>
              <a:ext cx="2568709" cy="3977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MarkPro" panose="020B0504020101010102" pitchFamily="34" charset="0"/>
                </a:rPr>
                <a:t>EBITDA Growth</a:t>
              </a:r>
            </a:p>
          </p:txBody>
        </p:sp>
        <p:sp>
          <p:nvSpPr>
            <p:cNvPr id="3113" name="TextBox 8"/>
            <p:cNvSpPr txBox="1">
              <a:spLocks noChangeArrowheads="1"/>
            </p:cNvSpPr>
            <p:nvPr/>
          </p:nvSpPr>
          <p:spPr bwMode="auto">
            <a:xfrm>
              <a:off x="8386308" y="4875181"/>
              <a:ext cx="2467429" cy="3874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600">
                  <a:latin typeface="MarkPro" panose="020B0504020101010102" pitchFamily="34" charset="0"/>
                </a:rPr>
                <a:t>Profit Growth</a:t>
              </a:r>
            </a:p>
          </p:txBody>
        </p:sp>
        <p:sp>
          <p:nvSpPr>
            <p:cNvPr id="33" name="Round Same Side Corner Rectangle 32"/>
            <p:cNvSpPr/>
            <p:nvPr/>
          </p:nvSpPr>
          <p:spPr bwMode="auto">
            <a:xfrm>
              <a:off x="623351" y="2787650"/>
              <a:ext cx="10681780" cy="2757655"/>
            </a:xfrm>
            <a:prstGeom prst="round2SameRect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 bwMode="auto">
            <a:xfrm>
              <a:off x="8005435" y="5705169"/>
              <a:ext cx="3354127" cy="5842306"/>
            </a:xfrm>
            <a:prstGeom prst="roundRect">
              <a:avLst/>
            </a:prstGeom>
            <a:noFill/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44" name="Straight Connector 43"/>
            <p:cNvCxnSpPr/>
            <p:nvPr/>
          </p:nvCxnSpPr>
          <p:spPr bwMode="auto">
            <a:xfrm>
              <a:off x="4253391" y="2787650"/>
              <a:ext cx="0" cy="2757655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 bwMode="auto">
            <a:xfrm>
              <a:off x="7729521" y="2787650"/>
              <a:ext cx="0" cy="2757655"/>
            </a:xfrm>
            <a:prstGeom prst="line">
              <a:avLst/>
            </a:prstGeom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22" name="TextBox 26"/>
            <p:cNvSpPr txBox="1">
              <a:spLocks noChangeArrowheads="1"/>
            </p:cNvSpPr>
            <p:nvPr/>
          </p:nvSpPr>
          <p:spPr bwMode="auto">
            <a:xfrm>
              <a:off x="8005501" y="6005854"/>
              <a:ext cx="3378462" cy="352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MarkPro-Medium" panose="020B0604020101010102" pitchFamily="34" charset="0"/>
                </a:rPr>
                <a:t>RESULT VIEW</a:t>
              </a:r>
            </a:p>
          </p:txBody>
        </p:sp>
        <p:sp>
          <p:nvSpPr>
            <p:cNvPr id="3123" name="TextBox 27"/>
            <p:cNvSpPr txBox="1">
              <a:spLocks noChangeArrowheads="1"/>
            </p:cNvSpPr>
            <p:nvPr/>
          </p:nvSpPr>
          <p:spPr bwMode="auto">
            <a:xfrm>
              <a:off x="8052217" y="7715583"/>
              <a:ext cx="3331746" cy="352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MarkPro-Medium" panose="020B0604020101010102" pitchFamily="34" charset="0"/>
                </a:rPr>
                <a:t>SECTOR VIEW</a:t>
              </a:r>
            </a:p>
          </p:txBody>
        </p:sp>
        <p:sp>
          <p:nvSpPr>
            <p:cNvPr id="3124" name="TextBox 46"/>
            <p:cNvSpPr txBox="1">
              <a:spLocks noChangeArrowheads="1"/>
            </p:cNvSpPr>
            <p:nvPr/>
          </p:nvSpPr>
          <p:spPr bwMode="auto">
            <a:xfrm>
              <a:off x="7961313" y="9602788"/>
              <a:ext cx="3332161" cy="352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altLang="en-US" sz="1400">
                  <a:latin typeface="MarkPro-Medium" panose="020B0604020101010102" pitchFamily="34" charset="0"/>
                </a:rPr>
                <a:t>OUR VIEW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 rot="16200000">
              <a:off x="919202" y="6707854"/>
              <a:ext cx="1653140" cy="34536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100" b="1" dirty="0">
                  <a:solidFill>
                    <a:schemeClr val="accent6">
                      <a:lumMod val="50000"/>
                    </a:schemeClr>
                  </a:solidFill>
                  <a:latin typeface="MarkPro-MediumItalic" panose="020B0604020101010102" pitchFamily="34" charset="0"/>
                  <a:cs typeface="+mn-cs"/>
                </a:rPr>
                <a:t>Cr.</a:t>
              </a:r>
              <a:endParaRPr lang="en-US" sz="1200" b="1" dirty="0">
                <a:solidFill>
                  <a:schemeClr val="accent6">
                    <a:lumMod val="50000"/>
                  </a:schemeClr>
                </a:solidFill>
                <a:latin typeface="MarkPro-MediumItalic" panose="020B0604020101010102" pitchFamily="34" charset="0"/>
                <a:cs typeface="+mn-cs"/>
              </a:endParaRPr>
            </a:p>
          </p:txBody>
        </p:sp>
      </p:grp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7217582"/>
              </p:ext>
            </p:extLst>
          </p:nvPr>
        </p:nvGraphicFramePr>
        <p:xfrm>
          <a:off x="2847975" y="1614488"/>
          <a:ext cx="7583490" cy="7241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16698"/>
                <a:gridCol w="1516698"/>
                <a:gridCol w="1516698"/>
                <a:gridCol w="1516698"/>
                <a:gridCol w="1516698"/>
              </a:tblGrid>
              <a:tr h="365503">
                <a:tc>
                  <a:txBody>
                    <a:bodyPr/>
                    <a:lstStyle/>
                    <a:p>
                      <a:pPr algn="ctr" defTabSz="457200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 smtClean="0"/>
                        <a:t>CMP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MarkPro-Medium" panose="020B0604020101010102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49" marR="91449" marT="45736" marB="4573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 smtClean="0"/>
                        <a:t> 3 M %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MarkPro-Medium" panose="020B0604020101010102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49" marR="91449" marT="45736" marB="4573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 smtClean="0"/>
                        <a:t> PE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MarkPro-Medium" panose="020B0604020101010102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49" marR="91449" marT="45736" marB="4573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 smtClean="0"/>
                        <a:t>P/B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MarkPro-Medium" panose="020B0604020101010102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49" marR="91449" marT="45736" marB="45736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 rtl="0" eaLnBrk="1" fontAlgn="base" hangingPunct="1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800" kern="1200" dirty="0" smtClean="0"/>
                        <a:t>DIV Yield %</a:t>
                      </a:r>
                      <a:endParaRPr lang="en-US" sz="1800" b="0" kern="1200" dirty="0">
                        <a:solidFill>
                          <a:schemeClr val="tx1"/>
                        </a:solidFill>
                        <a:latin typeface="MarkPro-Medium" panose="020B0604020101010102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91449" marR="91449" marT="45736" marB="45736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58397">
                <a:tc>
                  <a:txBody>
                    <a:bodyPr/>
                    <a:lstStyle/>
                    <a:p>
                      <a:pPr algn="ct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</a:tr>
            </a:tbl>
          </a:graphicData>
        </a:graphic>
      </p:graphicFrame>
      <p:grpSp>
        <p:nvGrpSpPr>
          <p:cNvPr id="3091" name="Group 51"/>
          <p:cNvGrpSpPr>
            <a:grpSpLocks/>
          </p:cNvGrpSpPr>
          <p:nvPr/>
        </p:nvGrpSpPr>
        <p:grpSpPr bwMode="auto">
          <a:xfrm>
            <a:off x="9298443" y="10671654"/>
            <a:ext cx="2267632" cy="721551"/>
            <a:chOff x="816887" y="9665835"/>
            <a:chExt cx="3498972" cy="913806"/>
          </a:xfrm>
        </p:grpSpPr>
        <p:pic>
          <p:nvPicPr>
            <p:cNvPr id="3106" name="Picture 10" descr="Forward icon in overlapping style logo Royalty Free Vector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51" t="34193" r="31149" b="41786"/>
            <a:stretch>
              <a:fillRect/>
            </a:stretch>
          </p:blipFill>
          <p:spPr bwMode="auto">
            <a:xfrm>
              <a:off x="816887" y="9769869"/>
              <a:ext cx="1154159" cy="809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4" name="Rectangle 53"/>
            <p:cNvSpPr/>
            <p:nvPr/>
          </p:nvSpPr>
          <p:spPr>
            <a:xfrm>
              <a:off x="2002694" y="9665835"/>
              <a:ext cx="2313165" cy="8965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RESULT</a:t>
              </a:r>
            </a:p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SCANNER</a:t>
              </a:r>
              <a:endParaRPr lang="en-US" sz="2000" dirty="0">
                <a:ln w="0"/>
                <a:solidFill>
                  <a:srgbClr val="D8D7D7"/>
                </a:solidFill>
                <a:latin typeface="MarkPro-Medium" panose="020B0604020101010102" pitchFamily="34" charset="0"/>
              </a:endParaRPr>
            </a:p>
          </p:txBody>
        </p:sp>
      </p:grpSp>
      <p:pic>
        <p:nvPicPr>
          <p:cNvPr id="3097" name="Picture 46"/>
          <p:cNvPicPr>
            <a:picLocks noChangeAspect="1"/>
          </p:cNvPicPr>
          <p:nvPr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4766" y="8782924"/>
            <a:ext cx="1047750" cy="1046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99" name="Picture 3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6671" y="5765853"/>
            <a:ext cx="817563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Down Arrow 50"/>
          <p:cNvSpPr/>
          <p:nvPr/>
        </p:nvSpPr>
        <p:spPr bwMode="auto">
          <a:xfrm rot="10800000">
            <a:off x="5319711" y="2878605"/>
            <a:ext cx="1449388" cy="1295400"/>
          </a:xfrm>
          <a:prstGeom prst="downArrow">
            <a:avLst/>
          </a:prstGeom>
          <a:solidFill>
            <a:srgbClr val="C7E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2" name="TextBox 53"/>
          <p:cNvSpPr txBox="1">
            <a:spLocks noChangeArrowheads="1"/>
          </p:cNvSpPr>
          <p:nvPr/>
        </p:nvSpPr>
        <p:spPr bwMode="auto">
          <a:xfrm>
            <a:off x="5713929" y="3213833"/>
            <a:ext cx="687452" cy="40011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 dirty="0">
              <a:latin typeface="MarkPro-Medium" panose="020B0604020101010102" pitchFamily="34" charset="0"/>
            </a:endParaRPr>
          </a:p>
        </p:txBody>
      </p:sp>
      <p:sp>
        <p:nvSpPr>
          <p:cNvPr id="55" name="Down Arrow 55"/>
          <p:cNvSpPr/>
          <p:nvPr/>
        </p:nvSpPr>
        <p:spPr bwMode="auto">
          <a:xfrm rot="10800000">
            <a:off x="8343900" y="2859737"/>
            <a:ext cx="1449388" cy="1295400"/>
          </a:xfrm>
          <a:prstGeom prst="downArrow">
            <a:avLst/>
          </a:prstGeom>
          <a:solidFill>
            <a:srgbClr val="C7E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6" name="TextBox 56"/>
          <p:cNvSpPr txBox="1">
            <a:spLocks noChangeArrowheads="1"/>
          </p:cNvSpPr>
          <p:nvPr/>
        </p:nvSpPr>
        <p:spPr bwMode="auto">
          <a:xfrm>
            <a:off x="8738118" y="3194965"/>
            <a:ext cx="687452" cy="40011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2000" dirty="0" smtClean="0"/>
              <a:t> </a:t>
            </a:r>
            <a:endParaRPr lang="en-US" altLang="en-US" sz="2000" dirty="0">
              <a:latin typeface="MarkPro-Medium" panose="020B0604020101010102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328" y="203948"/>
            <a:ext cx="2593392" cy="1143254"/>
          </a:xfrm>
          <a:prstGeom prst="rect">
            <a:avLst/>
          </a:prstGeom>
        </p:spPr>
      </p:pic>
      <p:sp>
        <p:nvSpPr>
          <p:cNvPr id="38" name="Down Arrow 30"/>
          <p:cNvSpPr/>
          <p:nvPr/>
        </p:nvSpPr>
        <p:spPr bwMode="auto">
          <a:xfrm rot="10800000">
            <a:off x="2379661" y="2889504"/>
            <a:ext cx="1449388" cy="1295400"/>
          </a:xfrm>
          <a:prstGeom prst="downArrow">
            <a:avLst/>
          </a:prstGeom>
          <a:solidFill>
            <a:srgbClr val="C7E6A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0" name="TextBox 31"/>
          <p:cNvSpPr txBox="1">
            <a:spLocks noChangeArrowheads="1"/>
          </p:cNvSpPr>
          <p:nvPr/>
        </p:nvSpPr>
        <p:spPr bwMode="auto">
          <a:xfrm>
            <a:off x="2770632" y="3227832"/>
            <a:ext cx="687452" cy="400110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2000" dirty="0">
              <a:latin typeface="MarkPro-Medium" panose="020B0604020101010102" pitchFamily="34" charset="0"/>
            </a:endParaRPr>
          </a:p>
        </p:txBody>
      </p:sp>
      <p:sp>
        <p:nvSpPr>
          <p:cNvPr id="42" name="TextBox 41"/>
          <p:cNvSpPr txBox="1"/>
          <p:nvPr/>
        </p:nvSpPr>
        <p:spPr bwMode="auto">
          <a:xfrm>
            <a:off x="5349240" y="5332413"/>
            <a:ext cx="1398587" cy="26161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00" dirty="0" smtClean="0">
                <a:solidFill>
                  <a:schemeClr val="accent6">
                    <a:lumMod val="50000"/>
                  </a:schemeClr>
                </a:solidFill>
                <a:latin typeface="MarkPro-MediumItalic" panose="020B0604020101010102" pitchFamily="34" charset="0"/>
                <a:cs typeface="+mn-cs"/>
              </a:rPr>
              <a:t># Consolidated</a:t>
            </a:r>
            <a:endParaRPr lang="en-US" sz="1200" dirty="0">
              <a:solidFill>
                <a:schemeClr val="accent6">
                  <a:lumMod val="50000"/>
                </a:schemeClr>
              </a:solidFill>
              <a:latin typeface="MarkPro-MediumItalic" panose="020B0604020101010102" pitchFamily="34" charset="0"/>
              <a:cs typeface="+mn-cs"/>
            </a:endParaRPr>
          </a:p>
        </p:txBody>
      </p:sp>
      <p:sp>
        <p:nvSpPr>
          <p:cNvPr id="43" name="Rounded Rectangle 42"/>
          <p:cNvSpPr/>
          <p:nvPr/>
        </p:nvSpPr>
        <p:spPr bwMode="auto">
          <a:xfrm>
            <a:off x="1546225" y="5029200"/>
            <a:ext cx="5905500" cy="5105400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3588" cy="1219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3625" y="1719263"/>
            <a:ext cx="4648200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dirty="0">
                <a:ln w="0"/>
                <a:latin typeface="MarkPro-Medium" panose="020B0604020101010102" pitchFamily="34" charset="0"/>
                <a:cs typeface="+mn-cs"/>
              </a:rPr>
              <a:t>Management Highlight - </a:t>
            </a:r>
            <a:endParaRPr lang="en-US" sz="3200" dirty="0">
              <a:ln w="0"/>
              <a:latin typeface="MarkPro-Medium" panose="020B0604020101010102" pitchFamily="34" charset="0"/>
            </a:endParaRPr>
          </a:p>
        </p:txBody>
      </p: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9298443" y="10671654"/>
            <a:ext cx="2267632" cy="721551"/>
            <a:chOff x="816887" y="9665835"/>
            <a:chExt cx="3498972" cy="913806"/>
          </a:xfrm>
        </p:grpSpPr>
        <p:pic>
          <p:nvPicPr>
            <p:cNvPr id="6" name="Picture 10" descr="Forward icon in overlapping style logo Royalty Free Vector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51" t="34193" r="31149" b="41786"/>
            <a:stretch>
              <a:fillRect/>
            </a:stretch>
          </p:blipFill>
          <p:spPr bwMode="auto">
            <a:xfrm>
              <a:off x="816887" y="9769869"/>
              <a:ext cx="1154159" cy="809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2002694" y="9665835"/>
              <a:ext cx="2313165" cy="8965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RESULT</a:t>
              </a:r>
            </a:p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SCANNER</a:t>
              </a:r>
              <a:endParaRPr lang="en-US" sz="2000" dirty="0">
                <a:ln w="0"/>
                <a:solidFill>
                  <a:srgbClr val="D8D7D7"/>
                </a:solidFill>
                <a:latin typeface="MarkPro-Medium" panose="020B0604020101010102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113719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0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3588" cy="1219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1063625" y="1719263"/>
            <a:ext cx="4648200" cy="584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sz="3200" dirty="0">
                <a:ln w="0"/>
                <a:latin typeface="MarkPro-Medium" panose="020B0604020101010102" pitchFamily="34" charset="0"/>
                <a:cs typeface="+mn-cs"/>
              </a:rPr>
              <a:t>Management Highlight - </a:t>
            </a:r>
            <a:endParaRPr lang="en-US" sz="3200" dirty="0">
              <a:ln w="0"/>
              <a:latin typeface="MarkPro-Medium" panose="020B0604020101010102" pitchFamily="34" charset="0"/>
            </a:endParaRPr>
          </a:p>
        </p:txBody>
      </p:sp>
      <p:grpSp>
        <p:nvGrpSpPr>
          <p:cNvPr id="5" name="Group 51"/>
          <p:cNvGrpSpPr>
            <a:grpSpLocks/>
          </p:cNvGrpSpPr>
          <p:nvPr/>
        </p:nvGrpSpPr>
        <p:grpSpPr bwMode="auto">
          <a:xfrm>
            <a:off x="9298443" y="10671654"/>
            <a:ext cx="2267632" cy="721551"/>
            <a:chOff x="816887" y="9665835"/>
            <a:chExt cx="3498972" cy="913806"/>
          </a:xfrm>
        </p:grpSpPr>
        <p:pic>
          <p:nvPicPr>
            <p:cNvPr id="6" name="Picture 10" descr="Forward icon in overlapping style logo Royalty Free Vector"/>
            <p:cNvPicPr>
              <a:picLocks noChangeAspect="1" noChangeArrowheads="1"/>
            </p:cNvPicPr>
            <p:nvPr/>
          </p:nvPicPr>
          <p:blipFill>
            <a:blip r:embed="rId3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51" t="34193" r="31149" b="41786"/>
            <a:stretch>
              <a:fillRect/>
            </a:stretch>
          </p:blipFill>
          <p:spPr bwMode="auto">
            <a:xfrm>
              <a:off x="816887" y="9769869"/>
              <a:ext cx="1154159" cy="809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Rectangle 6"/>
            <p:cNvSpPr/>
            <p:nvPr/>
          </p:nvSpPr>
          <p:spPr>
            <a:xfrm>
              <a:off x="2002694" y="9665835"/>
              <a:ext cx="2313165" cy="8965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RESULT</a:t>
              </a:r>
            </a:p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SCANNER</a:t>
              </a:r>
              <a:endParaRPr lang="en-US" sz="2000" dirty="0">
                <a:ln w="0"/>
                <a:solidFill>
                  <a:srgbClr val="D8D7D7"/>
                </a:solidFill>
                <a:latin typeface="MarkPro-Medium" panose="020B0604020101010102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3688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9528175" y="1412875"/>
            <a:ext cx="2573338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MarkPro-Medium" panose="020B0604020101010102" pitchFamily="34" charset="0"/>
                <a:cs typeface="+mn-cs"/>
              </a:rPr>
              <a:t>DATE 10-10-2020</a:t>
            </a:r>
            <a:endParaRPr lang="en-IN" sz="2000" dirty="0">
              <a:solidFill>
                <a:schemeClr val="bg1">
                  <a:lumMod val="85000"/>
                </a:schemeClr>
              </a:solidFill>
              <a:latin typeface="MarkPro-Medium" panose="020B0604020101010102" pitchFamily="34" charset="0"/>
              <a:cs typeface="+mn-cs"/>
            </a:endParaRPr>
          </a:p>
        </p:txBody>
      </p:sp>
      <p:grpSp>
        <p:nvGrpSpPr>
          <p:cNvPr id="5123" name="Group 2"/>
          <p:cNvGrpSpPr>
            <a:grpSpLocks/>
          </p:cNvGrpSpPr>
          <p:nvPr/>
        </p:nvGrpSpPr>
        <p:grpSpPr bwMode="auto">
          <a:xfrm>
            <a:off x="0" y="0"/>
            <a:ext cx="12193588" cy="12193588"/>
            <a:chOff x="0" y="0"/>
            <a:chExt cx="12193588" cy="12193588"/>
          </a:xfrm>
        </p:grpSpPr>
        <p:pic>
          <p:nvPicPr>
            <p:cNvPr id="5128" name="Picture 10" descr="01.JP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2193588" cy="121935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29" name="Picture 8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21" t="11429" r="121" b="8952"/>
            <a:stretch>
              <a:fillRect/>
            </a:stretch>
          </p:blipFill>
          <p:spPr bwMode="auto">
            <a:xfrm flipH="1">
              <a:off x="13953" y="2107063"/>
              <a:ext cx="12179635" cy="73818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0" name="Rectangle 9"/>
          <p:cNvSpPr/>
          <p:nvPr/>
        </p:nvSpPr>
        <p:spPr>
          <a:xfrm>
            <a:off x="9163050" y="9013825"/>
            <a:ext cx="2506663" cy="5842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sz="3200" dirty="0">
                <a:ln w="0"/>
                <a:latin typeface="MarkPro-Medium" panose="020B0604020101010102" pitchFamily="34" charset="0"/>
                <a:cs typeface="+mn-cs"/>
              </a:rPr>
              <a:t>Thank You</a:t>
            </a:r>
            <a:endParaRPr lang="en-US" sz="3200" dirty="0">
              <a:ln w="0"/>
              <a:latin typeface="MarkPro-Medium" panose="020B0604020101010102" pitchFamily="34" charset="0"/>
            </a:endParaRPr>
          </a:p>
        </p:txBody>
      </p:sp>
      <p:grpSp>
        <p:nvGrpSpPr>
          <p:cNvPr id="15" name="Group 51"/>
          <p:cNvGrpSpPr>
            <a:grpSpLocks/>
          </p:cNvGrpSpPr>
          <p:nvPr/>
        </p:nvGrpSpPr>
        <p:grpSpPr bwMode="auto">
          <a:xfrm>
            <a:off x="9298443" y="10671654"/>
            <a:ext cx="2267632" cy="721551"/>
            <a:chOff x="816887" y="9665835"/>
            <a:chExt cx="3498972" cy="913806"/>
          </a:xfrm>
        </p:grpSpPr>
        <p:pic>
          <p:nvPicPr>
            <p:cNvPr id="16" name="Picture 10" descr="Forward icon in overlapping style logo Royalty Free Vector"/>
            <p:cNvPicPr>
              <a:picLocks noChangeAspect="1" noChangeArrowheads="1"/>
            </p:cNvPicPr>
            <p:nvPr/>
          </p:nvPicPr>
          <p:blipFill>
            <a:blip r:embed="rId4" cstate="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051" t="34193" r="31149" b="41786"/>
            <a:stretch>
              <a:fillRect/>
            </a:stretch>
          </p:blipFill>
          <p:spPr bwMode="auto">
            <a:xfrm>
              <a:off x="816887" y="9769869"/>
              <a:ext cx="1154159" cy="8097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Rectangle 16"/>
            <p:cNvSpPr/>
            <p:nvPr/>
          </p:nvSpPr>
          <p:spPr>
            <a:xfrm>
              <a:off x="2002694" y="9665835"/>
              <a:ext cx="2313165" cy="8965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RESULT</a:t>
              </a:r>
            </a:p>
            <a:p>
              <a:pPr>
                <a:defRPr/>
              </a:pPr>
              <a:r>
                <a:rPr lang="en-US" sz="2000" dirty="0">
                  <a:ln w="0"/>
                  <a:solidFill>
                    <a:srgbClr val="D8D7D7"/>
                  </a:solidFill>
                  <a:latin typeface="MarkPro-Medium" panose="020B0604020101010102" pitchFamily="34" charset="0"/>
                  <a:cs typeface="+mn-cs"/>
                </a:rPr>
                <a:t>SCANNER</a:t>
              </a:r>
              <a:endParaRPr lang="en-US" sz="2000" dirty="0">
                <a:ln w="0"/>
                <a:solidFill>
                  <a:srgbClr val="D8D7D7"/>
                </a:solidFill>
                <a:latin typeface="MarkPro-Medium" panose="020B0604020101010102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1854</TotalTime>
  <Words>57</Words>
  <Application>Microsoft Office PowerPoint</Application>
  <PresentationFormat>Custom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MarkPro</vt:lpstr>
      <vt:lpstr>MarkPro-Medium</vt:lpstr>
      <vt:lpstr>MarkPro-MediumItalic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Ramchandra Bidaye</cp:lastModifiedBy>
  <cp:revision>152</cp:revision>
  <dcterms:created xsi:type="dcterms:W3CDTF">2020-09-30T09:50:14Z</dcterms:created>
  <dcterms:modified xsi:type="dcterms:W3CDTF">2020-12-21T07:53:47Z</dcterms:modified>
</cp:coreProperties>
</file>